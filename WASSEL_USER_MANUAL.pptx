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914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المستخدم الشامل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User Guide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نسخة 2.0 — أبريل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مرحباً بك في وصّل!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Wassel!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ذكية تساعدك تبني حضورك المهني وتوصلك للشركات الصح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2103120"/>
            <a:ext cx="25603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3093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ضبّط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حلّل وحسّن ملفك في LinkedIn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25603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قدّم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خصّص سيرتك الذاتية لكل مجال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25603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أرسل 500 إيميل مخصص لصنّاع القرار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المحتويات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89520" y="146304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الحساب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Account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82880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الملف الشخصي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Your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19456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LinkedIn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256032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السيرة الذاتية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Tailoring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292608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حملة إيميل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Campaign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29184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تقرير الحملة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65760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التوكنز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402336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الشائعة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4389120"/>
            <a:ext cx="4572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040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مع الدعم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Support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الحساب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Account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5087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wassel-alpha.vercel.app/signup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20574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الاسم الكامل + الإيميل + كلمة المرور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6060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"إنشاء حساب"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31546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الإيميل واضغط رابط التأكيد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370332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الدخول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FFF3E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43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💡 نصيحة: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تحصل على 100 Token مجاناً عند التسجيل!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التسجيل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Screen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45720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الاسم الكامل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606040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البريد الإلكتروني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108960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كلمة المرور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3749040"/>
            <a:ext cx="329184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إنشاء حساب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الملف الشخصي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Your Profile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6459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معلومات شخصية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الاسم، المسمى الوظيفي، الموقع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6517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514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رابط LinkedIn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رابط ملفك الشخصي في LinkedIn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36576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520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رفع السيرة الذاتية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ارفع سيرتك الذاتية (PDF أو Word)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solidFill>
            <a:srgbClr val="FFF3E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💡 نصيحة: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كلما كان ملفك أكمل، كانت نتائج AI أفضل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معالج الإعداد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Onboarding Wizard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الخطوة 1 من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36576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2011680"/>
            <a:ext cx="1216152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معلوماتك الشخصية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347472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977640"/>
            <a:ext cx="27432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التالي 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LinkedIn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يحلل ملفك في LinkedIn ويعطيك نتيجة 0-100 مع اقتراحات تحسين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نتيجة شاملة 0-100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اقتراح عنوان جديد (Headline)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3017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اقتراح ملخص محسّن (Summary)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3520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كلمات مفتاحية مقترحة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4023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تحسينات للخبرات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22860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Tokens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لكل تحليل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تستخدم تحليل LinkedIn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LinkedIn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اذهب إلى قسم 'تحليل LinkedIn' من القائمة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201168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ألصق رابط ملفك الشخصي في LinkedIn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265176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'ابدأ التحليل'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329184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انتظر 30-60 ثانية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0" y="393192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النتائج والاقتراحات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solidFill>
            <a:srgbClr val="FFF3E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💡 نصيحة: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حاول توصل لـ score فوق 80 — هذا يزيد ظهورك 3x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نتيجة التحليل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188720"/>
            <a:ext cx="1828800" cy="1828800"/>
          </a:xfrm>
          <a:prstGeom prst="ellipse">
            <a:avLst/>
          </a:prstGeom>
          <a:solidFill>
            <a:srgbClr val="F8FAFC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/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المقترح: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Software Engineer | React &amp; Node.js Expert | Building Scalable SaaS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المقترح: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software engineer specializing in full-stack development with 5+ years...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الكلمات المفتاحية: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React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Node.js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028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SaaS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Cloud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777240" cy="320040"/>
          </a:xfrm>
          <a:prstGeom prst="rect">
            <a:avLst/>
          </a:prstGeom>
          <a:solidFill>
            <a:srgbClr val="EEF2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السيرة الذاتية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Tailoring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ينشئ 3 نسخ مخصصة من سيرتك الذاتية — كل نسخة مصممة لمجال وظيفي مختلف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21031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103120"/>
            <a:ext cx="2560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0936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البرمجيات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Software Dev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PDF جاهز للتحميل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1031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103120"/>
            <a:ext cx="2560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المشاريع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Project Mgmt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PDF جاهز للتحميل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1031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103120"/>
            <a:ext cx="256032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البيانات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PDF جاهز للتحميل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480560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التكلفة: 10 Tokens لـ 3 نسخ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تخصص سيرتك الذاتية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Tailor Your CV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1280160"/>
            <a:ext cx="10972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الخطوة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اذهب إلى قسم 'تخصيص CV' من القائمة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920240"/>
            <a:ext cx="10972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الخطوة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3 مجالات وظيفية تهمك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560320"/>
            <a:ext cx="10972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الخطوة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'ابدأ التخصيص'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3200400"/>
            <a:ext cx="10972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الخطوة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يحلل سيرتك ويكتب 3 نسخ مخصصة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3840480"/>
            <a:ext cx="10972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840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الخطوة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حمّل كل نسخة كملف PDF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solidFill>
            <a:srgbClr val="FFF3E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💡 نصيحة: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استخدم النسخة المناسبة لكل نوع وظيفة تقدّم عليها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اختيار المجالات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3 مجالات وظيفية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2011680"/>
            <a:ext cx="2468880" cy="457200"/>
          </a:xfrm>
          <a:prstGeom prst="rect">
            <a:avLst/>
          </a:prstGeom>
          <a:solidFill>
            <a:srgbClr val="EEF2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البرمجيات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011680"/>
            <a:ext cx="2468880" cy="457200"/>
          </a:xfrm>
          <a:prstGeom prst="rect">
            <a:avLst/>
          </a:prstGeom>
          <a:solidFill>
            <a:srgbClr val="EEF2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المشاريع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51760"/>
            <a:ext cx="2468880" cy="457200"/>
          </a:xfrm>
          <a:prstGeom prst="rect">
            <a:avLst/>
          </a:prstGeom>
          <a:solidFill>
            <a:srgbClr val="EEF2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البيانات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265176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التسويق الرقمي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2918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الموارد البشرية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32918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114800"/>
            <a:ext cx="27432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ابدأ التخصيص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حملة الإيميل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Campaign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500 إيميل لصنّاع القرار + AI يكتب إيميل مخصص لكل شخص + أرسل الكل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الخطوة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الحملة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 اسم الحملة، المسمى الوظيفي المستهدف، الشركات، الموقع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10312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الخطوة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الجهات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383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يجد 500 شخص (HR Managers, Hiring Managers)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10312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✍️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الخطوة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كتابة الإيميلات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يكتب إيميل مخصص لكل شخص (اسم، شركة، سبب مناسب)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210312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الخطوة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والإرسال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3383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5 نماذج → اضغط إرسال الكل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1: إعداد الحملة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371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الحملة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600200"/>
            <a:ext cx="5669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حملة شركات التقنية — الرياض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المسمى الوظيفي المستهدف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5669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HR Manager, Hiring Manager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2880360"/>
            <a:ext cx="5669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STC, Aramco, NEOM, Red Sea Global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3520440"/>
            <a:ext cx="5669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الرياض، جدة، الدمام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4114800"/>
            <a:ext cx="27432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ابدأ الاكتشاف 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3: مراجعة الإيميلات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Review Emails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نموذج 1 من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إلى: ahmed.al-rashid@stc.com.sa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الموضوع: فرصة تعاون — مهندس برمجيات متخصص في React و Cloud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2377440"/>
            <a:ext cx="6766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46888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 أحمد، تحية طيبة.</a:t>
            </a:r>
            <a:endParaRPr lang="en-US" sz="1100" dirty="0"/>
          </a:p>
          <a:p>
            <a:pPr algn="r" indent="0" marL="0">
              <a:buNone/>
            </a:pP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أتواصل معك كمهندس برمجيات متخصص في تطوير تطبيقات SaaS...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FF3E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⚠️ مهم: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كل إيميل فيه رابط إلغاء اشتراك — إلزامي قانونياً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والإرسال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Sending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39319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تكلفة الحملة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= 1 إيميل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500 إيميل = 500 Token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≈ 200 ريال سعودي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عملية الإرسال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5 نماذج 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وافق على المحتوى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"إرسال الكل" 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تابع النتائج في التقرير 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الحملة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Report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أُرسل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55448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43%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55448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رُدّ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6.4%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55448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ارتد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1.6%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يتضمن التقرير: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جدول 500 جهة اتصال (اسم، إيميل، شركة، مسمى، حالة)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023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زر "أضف في LinkedIn" لكل شخص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389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تصدير CSV لجميع البيانات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جدول الجهات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37160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الاسم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الإيميل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الشركة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الحالة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LinkedIn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أحمد الراشد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ahmed@stc.com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فُتح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</a:rPr>
                        <a:t>أضف 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سارة المالكي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sara@aramco.com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Aramco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رُدّ ✓✓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</a:rPr>
                        <a:t>أضف 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محمد العتيبي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m.otaibi@neom.com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أُرسل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82F6"/>
                          </a:solidFill>
                        </a:rPr>
                        <a:t>أضف 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solidFill>
            <a:srgbClr val="FFF3E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💡 نصيحة: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ركّز على اللي فتحوا الإيميل — هم الأكثر اهتماماً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التوكنز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تحصل على 100 Token مجاناً عند التسجيل!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الخدمة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التكلفة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تحليل LinkedIn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</a:rPr>
                        <a:t>5 Tokens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تخصيص CV (3 نسخ)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</a:rPr>
                        <a:t>10 Tokens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كل إيميل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</a:rPr>
                        <a:t>1 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الباقة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السعر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 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50 ريال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500 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200 ريال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1000 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350 ريال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الشائعة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هل وصّل آمن؟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نعم — إيميلات B2B فقط، ولا نلمس حسابك في LinkedIn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هل الإيميلات قانونية؟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نعم — B2B مع رابط إلغاء اشتراك في كل إيميل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78638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كم يستغرق التحليل؟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30-60 ثانية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عربي وإنجليزي؟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نعم — دعم ثنائي اللغة كامل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معنا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645920"/>
            <a:ext cx="45720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688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support@wassel.app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2560320"/>
            <a:ext cx="45720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wassel-alpha.vercel.app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3474720"/>
            <a:ext cx="45720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الجغرافي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الأحساء، المنطقة الشرقية، السعودية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لاختيارك وصّل!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choosing Wassel!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نضبّط حضورك، نقدّم لك، نوصّلك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وصّل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وصّل — دليل المستخدم الشامل | Wassel — Complete User Guide</dc:title>
  <dc:subject>PptxGenJS Presentation</dc:subject>
  <dc:creator>Wassel Team</dc:creator>
  <cp:lastModifiedBy>Wassel Team</cp:lastModifiedBy>
  <cp:revision>1</cp:revision>
  <dcterms:created xsi:type="dcterms:W3CDTF">2026-04-09T05:59:51Z</dcterms:created>
  <dcterms:modified xsi:type="dcterms:W3CDTF">2026-04-09T05:59:51Z</dcterms:modified>
</cp:coreProperties>
</file>